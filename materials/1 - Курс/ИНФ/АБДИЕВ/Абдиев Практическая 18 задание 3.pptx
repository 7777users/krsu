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Здравствуйте! Меня зовут Абдиев Ислам, я студент группы ФК-2-25 направления «Финансы и кредит». В этой презентации я кратко расскажу о себе, своём образовании, семье, увлечениях и целях.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Краткая визитная карточка: ФИО, группа, направление обучения, место жительства, языки, контакты.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Образовательный путь: окончил среднюю школу в Бишкеке, поступил на финансово-кредитное направление университета. Сейчас учусь на первом курсе в группе ФК-2-25.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 живу в Бишкеке — столице Кыргызстана. Это крупнейший город страны с населением около 1,1 миллиона человек, финансовый и образовательный центр.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Моя семья состоит из пяти человек: родители, старший брат, я и младшая сестра. Семья для меня — главная опора и источник поддержки.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Профильные дисциплины моего направления связаны с финансами, статистикой и информационными технологиями. В учёбе я придерживаюсь принципов регулярности и практики на реальных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графике показаны мои текущие навыки и уровень владения ими. Лучше всего владею русским и кыргызским языками, MS Excel и Word — на хорошем уровне.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круговой диаграмме показано распределение моего времени в течение дня: наибольшую долю занимают учёба и сон. Среди увлечений — спорт, чтение, шахматы и путешествия по Кыргызстану.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Мой круг общения — одноклассники из школы и одногруппники из ФК-2-25. Мы вместе готовимся к занятиям, поддерживаем друг друга и проводим свободное время.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Завершающий слайд: мои цели на ближайшие годы и контактные данные. Спасибо за внимание!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32004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21024"/>
            <a:ext cx="12191695" cy="54864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3_ava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457200"/>
            <a:ext cx="237744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840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Абдиев Ислам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Студент группы ФК-2-25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Финансы и кредит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Резюме · Бишкек · 2025</a:t>
            </a:r>
          </a:p>
        </p:txBody>
      </p:sp>
    </p:spTree>
  </p:cSld>
  <p:clrMapOvr>
    <a:masterClrMapping/>
  </p:clrMapOvr>
  <p:transition xmlns:p14="http://schemas.microsoft.com/office/powerpoint/2010/main" spd="med" p14:dur="800" advClick="1" advTm="3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Обо мне</a:t>
            </a:r>
          </a:p>
        </p:txBody>
      </p:sp>
      <p:pic>
        <p:nvPicPr>
          <p:cNvPr id="5" name="Picture 4" descr="t3_ava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863751" cy="4572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0" y="146304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</a:tblGrid>
              <a:tr h="58782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600">
                          <a:solidFill>
                            <a:srgbClr val="333333"/>
                          </a:solidFill>
                          <a:latin typeface="Calibri"/>
                        </a:rPr>
                        <a:t>ФИО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600">
                          <a:solidFill>
                            <a:srgbClr val="333333"/>
                          </a:solidFill>
                          <a:latin typeface="Calibri"/>
                        </a:rPr>
                        <a:t>Абдиев Ислам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600">
                          <a:solidFill>
                            <a:srgbClr val="333333"/>
                          </a:solidFill>
                          <a:latin typeface="Calibri"/>
                        </a:rPr>
                        <a:t>Группа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600">
                          <a:solidFill>
                            <a:srgbClr val="333333"/>
                          </a:solidFill>
                          <a:latin typeface="Calibri"/>
                        </a:rPr>
                        <a:t>ФК-2-25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600">
                          <a:solidFill>
                            <a:srgbClr val="333333"/>
                          </a:solidFill>
                          <a:latin typeface="Calibri"/>
                        </a:rPr>
                        <a:t>Направление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600">
                          <a:solidFill>
                            <a:srgbClr val="333333"/>
                          </a:solidFill>
                          <a:latin typeface="Calibri"/>
                        </a:rPr>
                        <a:t>Финансы и кредит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600">
                          <a:solidFill>
                            <a:srgbClr val="333333"/>
                          </a:solidFill>
                          <a:latin typeface="Calibri"/>
                        </a:rPr>
                        <a:t>Город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600">
                          <a:solidFill>
                            <a:srgbClr val="333333"/>
                          </a:solidFill>
                          <a:latin typeface="Calibri"/>
                        </a:rPr>
                        <a:t>Бишкек, Кыргызская Республика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600">
                          <a:solidFill>
                            <a:srgbClr val="333333"/>
                          </a:solidFill>
                          <a:latin typeface="Calibri"/>
                        </a:rPr>
                        <a:t>Гражданство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600">
                          <a:solidFill>
                            <a:srgbClr val="333333"/>
                          </a:solidFill>
                          <a:latin typeface="Calibri"/>
                        </a:rPr>
                        <a:t>Кыргызская Республика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600">
                          <a:solidFill>
                            <a:srgbClr val="333333"/>
                          </a:solidFill>
                          <a:latin typeface="Calibri"/>
                        </a:rPr>
                        <a:t>Языки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600">
                          <a:solidFill>
                            <a:srgbClr val="333333"/>
                          </a:solidFill>
                          <a:latin typeface="Calibri"/>
                        </a:rPr>
                        <a:t>Кыргызский, русский, английский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600">
                          <a:solidFill>
                            <a:srgbClr val="333333"/>
                          </a:solidFill>
                          <a:latin typeface="Calibri"/>
                        </a:rPr>
                        <a:t>Эл. почта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600">
                          <a:solidFill>
                            <a:srgbClr val="333333"/>
                          </a:solidFill>
                          <a:latin typeface="Calibri"/>
                        </a:rPr>
                        <a:t>abdiev.islam@example.kg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Calibri"/>
              </a:rPr>
              <a:t>Резюме · Абдиев Ислам · ФК-2-25</a:t>
            </a:r>
          </a:p>
        </p:txBody>
      </p:sp>
    </p:spTree>
  </p:cSld>
  <p:clrMapOvr>
    <a:masterClrMapping/>
  </p:clrMapOvr>
  <p:transition xmlns:p14="http://schemas.microsoft.com/office/powerpoint/2010/main" spd="med" p14:dur="800" advClick="1" advTm="3000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Образование</a:t>
            </a:r>
          </a:p>
        </p:txBody>
      </p:sp>
      <p:pic>
        <p:nvPicPr>
          <p:cNvPr id="5" name="Picture 4" descr="t3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972800" cy="3995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Этапы обучения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9728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1F4E79"/>
                </a:solidFill>
                <a:latin typeface="Calibri"/>
              </a:rPr>
              <a:t>•  Средняя общеобразовательная школа — г. Бишкек (2013–2024)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F4E79"/>
                </a:solidFill>
                <a:latin typeface="Calibri"/>
              </a:rPr>
              <a:t>•  Поступление в университет на направление «Финансы и кредит» — 2024 г.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F4E79"/>
                </a:solidFill>
                <a:latin typeface="Calibri"/>
              </a:rPr>
              <a:t>•  Текущая ступень — 1 курс, группа ФК-2-25, очная форма обучения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F4E79"/>
                </a:solidFill>
                <a:latin typeface="Calibri"/>
              </a:rPr>
              <a:t>•  Изучаемые дисциплины: математика, информатика, экономическая теория, основы финансов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Calibri"/>
              </a:rPr>
              <a:t>Резюме · Абдиев Ислам · ФК-2-25</a:t>
            </a:r>
          </a:p>
        </p:txBody>
      </p:sp>
    </p:spTree>
  </p:cSld>
  <p:clrMapOvr>
    <a:masterClrMapping/>
  </p:clrMapOvr>
  <p:transition xmlns:p14="http://schemas.microsoft.com/office/powerpoint/2010/main" spd="med" p14:dur="800" advClick="1" advTm="3000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Место жительства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Бишкек — столица Кыргызской Республики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68580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F4E79"/>
                </a:solidFill>
                <a:latin typeface="Calibri"/>
              </a:rPr>
              <a:t>•  Население — около 1,1 млн человек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F4E79"/>
                </a:solidFill>
                <a:latin typeface="Calibri"/>
              </a:rPr>
              <a:t>•  Северная столица Кыргызстана у подножия Кыргызского хребта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F4E79"/>
                </a:solidFill>
                <a:latin typeface="Calibri"/>
              </a:rPr>
              <a:t>•  Финансовый, образовательный и культурный центр страны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F4E79"/>
                </a:solidFill>
                <a:latin typeface="Calibri"/>
              </a:rPr>
              <a:t>•  Здесь расположен мой университет и моя семья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F4E79"/>
                </a:solidFill>
                <a:latin typeface="Calibri"/>
              </a:rPr>
              <a:t>•  Любимый район — центр и северо-восточная часть города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463040"/>
            <a:ext cx="3931920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55448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Calibri"/>
              </a:rPr>
              <a:t>🇰🇬  Бишкек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28600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7F7F7F"/>
                </a:solidFill>
                <a:latin typeface="Calibri"/>
              </a:rPr>
              <a:t>Координаты: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69748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Calibri"/>
              </a:rPr>
              <a:t>42.87° с.ш., 74.59° в.д.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2918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7F7F7F"/>
                </a:solidFill>
                <a:latin typeface="Calibri"/>
              </a:rPr>
              <a:t>Часовой пояс: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70332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Calibri"/>
              </a:rPr>
              <a:t>UTC+6 (KGT)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29768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7F7F7F"/>
                </a:solidFill>
                <a:latin typeface="Calibri"/>
              </a:rPr>
              <a:t>Высота над уровнем моря: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70916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Calibri"/>
              </a:rPr>
              <a:t>≈ 800 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Calibri"/>
              </a:rPr>
              <a:t>Резюме · Абдиев Ислам · ФК-2-25</a:t>
            </a:r>
          </a:p>
        </p:txBody>
      </p:sp>
    </p:spTree>
  </p:cSld>
  <p:clrMapOvr>
    <a:masterClrMapping/>
  </p:clrMapOvr>
  <p:transition xmlns:p14="http://schemas.microsoft.com/office/powerpoint/2010/main" spd="med" p14:dur="800" advClick="1" advTm="3000">
    <p:split dir="out" orient="horz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Моя семья</a:t>
            </a:r>
          </a:p>
        </p:txBody>
      </p:sp>
      <p:pic>
        <p:nvPicPr>
          <p:cNvPr id="5" name="Picture 4" descr="t3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7315200" cy="43578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18872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Состав семьи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737360"/>
            <a:ext cx="384048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Папа — занимается своим делом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Мама — заботится о доме и семье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Старший брат — работает по своей профессии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Младшая сестра — учится в школе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Семья — главная опора и поддержка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Calibri"/>
              </a:rPr>
              <a:t>Резюме · Абдиев Ислам · ФК-2-25</a:t>
            </a:r>
          </a:p>
        </p:txBody>
      </p:sp>
    </p:spTree>
  </p:cSld>
  <p:clrMapOvr>
    <a:masterClrMapping/>
  </p:clrMapOvr>
  <p:transition xmlns:p14="http://schemas.microsoft.com/office/powerpoint/2010/main" spd="med" p14:dur="800" advClick="1" advTm="3000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Учёба и интересы в учёбе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Профильные дисциплины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68580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1F4E79"/>
                </a:solidFill>
                <a:latin typeface="Calibri"/>
              </a:rPr>
              <a:t>1. Информатика — анализ данных, MS Excel, Access, PowerPoint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1F4E79"/>
                </a:solidFill>
                <a:latin typeface="Calibri"/>
              </a:rPr>
              <a:t>2. Математика — финансовая математика и статистика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1F4E79"/>
                </a:solidFill>
                <a:latin typeface="Calibri"/>
              </a:rPr>
              <a:t>3. Экономическая теория и основы финансов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1F4E79"/>
                </a:solidFill>
                <a:latin typeface="Calibri"/>
              </a:rPr>
              <a:t>4. Бухгалтерский учёт и аудит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1F4E79"/>
                </a:solidFill>
                <a:latin typeface="Calibri"/>
              </a:rPr>
              <a:t>5. Деньги, кредит, банки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645920"/>
            <a:ext cx="3931920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7830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Принципы учёбы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286000"/>
            <a:ext cx="36576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Регулярность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Самостоятельная работа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Практика на реальных данных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Использование IT-инструментов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Calibri"/>
              </a:rPr>
              <a:t>Резюме · Абдиев Ислам · ФК-2-25</a:t>
            </a:r>
          </a:p>
        </p:txBody>
      </p:sp>
    </p:spTree>
  </p:cSld>
  <p:clrMapOvr>
    <a:masterClrMapping/>
  </p:clrMapOvr>
  <p:transition xmlns:p14="http://schemas.microsoft.com/office/powerpoint/2010/main" spd="med" p14:dur="800" advClick="1" advTm="3000">
    <p:zoom dir="in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Навыки</a:t>
            </a:r>
          </a:p>
        </p:txBody>
      </p:sp>
      <p:pic>
        <p:nvPicPr>
          <p:cNvPr id="5" name="Picture 4" descr="t3_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4429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0" y="11887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Сильные стороны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737360"/>
            <a:ext cx="292608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F4E79"/>
                </a:solidFill>
                <a:latin typeface="Calibri"/>
              </a:rPr>
              <a:t>•  Аналитическое мышление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4E79"/>
                </a:solidFill>
                <a:latin typeface="Calibri"/>
              </a:rPr>
              <a:t>•  Работа с большими таблицами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4E79"/>
                </a:solidFill>
                <a:latin typeface="Calibri"/>
              </a:rPr>
              <a:t>•  Внимание к деталям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4E79"/>
                </a:solidFill>
                <a:latin typeface="Calibri"/>
              </a:rPr>
              <a:t>•  Коммуникативные навыки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4E79"/>
                </a:solidFill>
                <a:latin typeface="Calibri"/>
              </a:rPr>
              <a:t>•  Многоязычие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Calibri"/>
              </a:rPr>
              <a:t>Резюме · Абдиев Ислам · ФК-2-25</a:t>
            </a:r>
          </a:p>
        </p:txBody>
      </p:sp>
    </p:spTree>
  </p:cSld>
  <p:clrMapOvr>
    <a:masterClrMapping/>
  </p:clrMapOvr>
  <p:transition xmlns:p14="http://schemas.microsoft.com/office/powerpoint/2010/main" spd="med" p14:dur="800" advClick="1" advTm="3000">
    <p:blinds dir="horz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Увлечения и распределение времени</a:t>
            </a:r>
          </a:p>
        </p:txBody>
      </p:sp>
      <p:pic>
        <p:nvPicPr>
          <p:cNvPr id="5" name="Picture 4" descr="t3_day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858000" cy="54361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1887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Что я люблю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737360"/>
            <a:ext cx="4114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Чтение книг по экономике и истории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Футбол — играю по выходным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Шахматы и логические игры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Изучение английского языка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Путешествия по Кыргызстану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Программы Microsoft Office и анализ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Calibri"/>
              </a:rPr>
              <a:t>Резюме · Абдиев Ислам · ФК-2-25</a:t>
            </a:r>
          </a:p>
        </p:txBody>
      </p:sp>
    </p:spTree>
  </p:cSld>
  <p:clrMapOvr>
    <a:masterClrMapping/>
  </p:clrMapOvr>
  <p:transition xmlns:p14="http://schemas.microsoft.com/office/powerpoint/2010/main" spd="med" p14:dur="800" advClick="1" advTm="3000">
    <p:dissolv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Друзья и общение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Окружение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9728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1F4E79"/>
                </a:solidFill>
                <a:latin typeface="Calibri"/>
              </a:rPr>
              <a:t>•  Близкий круг — одноклассники и одногруппники из ФК-2-25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1F4E79"/>
                </a:solidFill>
                <a:latin typeface="Calibri"/>
              </a:rPr>
              <a:t>•  Совместная подготовка к занятиям и взаимная поддержка в учёбе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1F4E79"/>
                </a:solidFill>
                <a:latin typeface="Calibri"/>
              </a:rPr>
              <a:t>•  Общие интересы: спорт, кино, обсуждение учебных тем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1F4E79"/>
                </a:solidFill>
                <a:latin typeface="Calibri"/>
              </a:rPr>
              <a:t>•  Стараюсь поддерживать связь с друзьями из школы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846320"/>
            <a:ext cx="1051560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029200"/>
            <a:ext cx="10149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4E79"/>
                </a:solidFill>
                <a:latin typeface="Calibri"/>
              </a:rPr>
              <a:t>«Друг — это тот, кто рядом и в учёбе, и вне её. Хорошее окружение — половина успеха.»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Calibri"/>
              </a:rPr>
              <a:t>Резюме · Абдиев Ислам · ФК-2-25</a:t>
            </a:r>
          </a:p>
        </p:txBody>
      </p:sp>
    </p:spTree>
  </p:cSld>
  <p:clrMapOvr>
    <a:masterClrMapping/>
  </p:clrMapOvr>
  <p:transition xmlns:p14="http://schemas.microsoft.com/office/powerpoint/2010/main" spd="med" p14:dur="800" advClick="1" advTm="3000">
    <p:checker dir="horz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Цели и контакты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Мои цели на ближайшие годы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9728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1F4E79"/>
                </a:solidFill>
                <a:latin typeface="Calibri"/>
              </a:rPr>
              <a:t>1. Успешно окончить университет по направлению «Финансы и кредит»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1F4E79"/>
                </a:solidFill>
                <a:latin typeface="Calibri"/>
              </a:rPr>
              <a:t>2. Освоить продвинутый MS Excel, 1С и язык Python для анализа данных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1F4E79"/>
                </a:solidFill>
                <a:latin typeface="Calibri"/>
              </a:rPr>
              <a:t>3. Получить опыт работы в банке или финансовой компании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1F4E79"/>
                </a:solidFill>
                <a:latin typeface="Calibri"/>
              </a:rPr>
              <a:t>4. Усовершенствовать английский до уровня профессионального общения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1F4E79"/>
                </a:solidFill>
                <a:latin typeface="Calibri"/>
              </a:rPr>
              <a:t>5. Внести вклад в развитие финансовой системы Кыргызстана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120640"/>
            <a:ext cx="10515600" cy="1188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Контакты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Бишкек, Кыргызская Республика  ·  abdiev.islam@example.kg  ·  Группа ФК-2-25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</p:txBody>
      </p:sp>
    </p:spTree>
  </p:cSld>
  <p:clrMapOvr>
    <a:masterClrMapping/>
  </p:clrMapOvr>
  <p:transition xmlns:p14="http://schemas.microsoft.com/office/powerpoint/2010/main" spd="med" p14:dur="800" advClick="1" advTm="3000"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