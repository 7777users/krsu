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1735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Титульный слайд презентации «Офисный пакет». Автор — Абдиев Ислам, группа ФК-2-25.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офисный пакет Microsoft Office входят три ключевых приложения: Word — для работы с текстом, Excel — для расчётов и анализа данных, PowerPoint — для подготовки презентаций.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MS Word — текстовый процессор для подготовки рефератов, курсовых и отчётов. Поддерживает стили, оглавление, режим рецензирования.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MS Excel — основное средство финансиста: расчёты, сводные таблицы и диаграммы. Без Excel невозможен анализ статистики и финансовых показателей.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MS PowerPoint — программа создания электронных презентаций. Поддерживает анимацию, переходы, автоматический показ и заметки докладчика.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Диаграмма построена в MS Excel по образцу из задания, затем расположена на отдельном листе «Пользователи» и скопирована в PowerPoint. Видно, что основная доля пользователей офисного пакета — офисные работники и студенты.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Владение офисным пакетом — обязательная компетенция современного финансиста. Это даёт универсальность, экономию времени и профессиональный вид документов.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Calibri"/>
              </a:rPr>
              <a:t>Офисный пакет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Microsoft Office: Word, Excel, PowerPoint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Выполнил: Абдиев Ислам, гр. ФК-2-25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8640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Практическая работа №18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000">
        <p:fade/>
      </p:transition>
    </mc:Choice>
    <mc:Fallback>
      <p:transition spd="med" advTm="2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Офисный пакет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Состав офисного пакета Microsoft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1F4E79"/>
                </a:solidFill>
                <a:latin typeface="Calibri"/>
              </a:rPr>
              <a:t>•  Текстовый процессор — MS Word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F4E79"/>
                </a:solidFill>
                <a:latin typeface="Calibri"/>
              </a:rPr>
              <a:t>•  Табличный процессор — MS Excel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F4E79"/>
                </a:solidFill>
                <a:latin typeface="Calibri"/>
              </a:rPr>
              <a:t>•  Программа создания презентаций — MS PowerPoint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000">
        <p:push dir="u"/>
      </p:transition>
    </mc:Choice>
    <mc:Fallback>
      <p:transition spd="med" advTm="2000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Текстовый процессор · MS 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6583680" cy="4937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2400">
                <a:solidFill>
                  <a:srgbClr val="1F4E79"/>
                </a:solidFill>
                <a:latin typeface="Calibri"/>
              </a:rPr>
              <a:t>•  Создание и форматирование текстовых документов любой сложности</a:t>
            </a:r>
          </a:p>
          <a:p>
            <a:pPr algn="l">
              <a:spcAft>
                <a:spcPts val="1800"/>
              </a:spcAft>
            </a:pPr>
            <a:r>
              <a:rPr sz="2400">
                <a:solidFill>
                  <a:srgbClr val="1F4E79"/>
                </a:solidFill>
                <a:latin typeface="Calibri"/>
              </a:rPr>
              <a:t>•  Работа со стилями, оглавлением и сносками — академический стиль</a:t>
            </a:r>
          </a:p>
          <a:p>
            <a:pPr algn="l">
              <a:spcAft>
                <a:spcPts val="1800"/>
              </a:spcAft>
            </a:pPr>
            <a:r>
              <a:rPr sz="2400">
                <a:solidFill>
                  <a:srgbClr val="1F4E79"/>
                </a:solidFill>
                <a:latin typeface="Calibri"/>
              </a:rPr>
              <a:t>•  Слияние документов, рецензирование, совместное редактирование</a:t>
            </a:r>
          </a:p>
        </p:txBody>
      </p:sp>
      <p:pic>
        <p:nvPicPr>
          <p:cNvPr id="6" name="Picture 5" descr="t1_icon_w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463040"/>
            <a:ext cx="329184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493776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Calibri"/>
              </a:rPr>
              <a:t>Текстовый процессор · MS Word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000">
        <p:wipe/>
      </p:transition>
    </mc:Choice>
    <mc:Fallback>
      <p:transition spd="med" advTm="2000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Табличный процессор · MS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6583680" cy="4937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2400">
                <a:solidFill>
                  <a:srgbClr val="1F4E79"/>
                </a:solidFill>
                <a:latin typeface="Calibri"/>
              </a:rPr>
              <a:t>•  Расчёты по формулам и встроенные финансовые функции (ПЛТ, ЧПС, ВСД)</a:t>
            </a:r>
          </a:p>
          <a:p>
            <a:pPr algn="l">
              <a:spcAft>
                <a:spcPts val="1800"/>
              </a:spcAft>
            </a:pPr>
            <a:r>
              <a:rPr sz="2400">
                <a:solidFill>
                  <a:srgbClr val="1F4E79"/>
                </a:solidFill>
                <a:latin typeface="Calibri"/>
              </a:rPr>
              <a:t>•  Сортировка, фильтрация и сводные таблицы для анализа данных</a:t>
            </a:r>
          </a:p>
          <a:p>
            <a:pPr algn="l">
              <a:spcAft>
                <a:spcPts val="1800"/>
              </a:spcAft>
            </a:pPr>
            <a:r>
              <a:rPr sz="2400">
                <a:solidFill>
                  <a:srgbClr val="1F4E79"/>
                </a:solidFill>
                <a:latin typeface="Calibri"/>
              </a:rPr>
              <a:t>•  Построение диаграмм и графиков для наглядной визуализации</a:t>
            </a:r>
          </a:p>
        </p:txBody>
      </p:sp>
      <p:pic>
        <p:nvPicPr>
          <p:cNvPr id="6" name="Picture 5" descr="t1_icon_ex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463040"/>
            <a:ext cx="329184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493776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9BBB59"/>
                </a:solidFill>
                <a:latin typeface="Calibri"/>
              </a:rPr>
              <a:t>Табличный процессор · MS Excel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000">
        <p:split/>
      </p:transition>
    </mc:Choice>
    <mc:Fallback>
      <p:transition spd="med" advTm="2000">
        <p:spli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Программа создания презентаций · MS PowerPoint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6583680" cy="4937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2400">
                <a:solidFill>
                  <a:srgbClr val="1F4E79"/>
                </a:solidFill>
                <a:latin typeface="Calibri"/>
              </a:rPr>
              <a:t>•  Слайды с текстом, изображениями, таблицами и диаграммами</a:t>
            </a:r>
          </a:p>
          <a:p>
            <a:pPr algn="l">
              <a:spcAft>
                <a:spcPts val="1800"/>
              </a:spcAft>
            </a:pPr>
            <a:r>
              <a:rPr sz="2400">
                <a:solidFill>
                  <a:srgbClr val="1F4E79"/>
                </a:solidFill>
                <a:latin typeface="Calibri"/>
              </a:rPr>
              <a:t>•  Динамические эффекты — анимация объектов и переходы слайдов</a:t>
            </a:r>
          </a:p>
          <a:p>
            <a:pPr algn="l">
              <a:spcAft>
                <a:spcPts val="1800"/>
              </a:spcAft>
            </a:pPr>
            <a:r>
              <a:rPr sz="2400">
                <a:solidFill>
                  <a:srgbClr val="1F4E79"/>
                </a:solidFill>
                <a:latin typeface="Calibri"/>
              </a:rPr>
              <a:t>•  Настройка автоматического показа и заметок для докладчика</a:t>
            </a:r>
          </a:p>
        </p:txBody>
      </p:sp>
      <p:pic>
        <p:nvPicPr>
          <p:cNvPr id="6" name="Picture 5" descr="t1_icon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463040"/>
            <a:ext cx="329184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493776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C0504D"/>
                </a:solidFill>
                <a:latin typeface="Calibri"/>
              </a:rPr>
              <a:t>Программа создания презентаций · MS PowerPoint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000">
        <p:cover/>
      </p:transition>
    </mc:Choice>
    <mc:Fallback>
      <p:transition spd="med" advTm="2000">
        <p:cover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Структура пользователей</a:t>
            </a:r>
          </a:p>
        </p:txBody>
      </p:sp>
      <p:pic>
        <p:nvPicPr>
          <p:cNvPr id="5" name="Picture 4" descr="t1_pie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6858000" cy="4200248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0" y="1463040"/>
          <a:ext cx="4023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Категория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Доля, 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Офисные работники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Студенты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Бухгалтеры/финансисты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Преподаватели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Прочие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000">
        <p:zoom dir="in"/>
      </p:transition>
    </mc:Choice>
    <mc:Fallback>
      <p:transition spd="med" advTm="2000">
        <p:zoom dir="in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Заключение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Почему важно владеть офисным пакетом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2200">
                <a:solidFill>
                  <a:srgbClr val="1F4E79"/>
                </a:solidFill>
                <a:latin typeface="Calibri"/>
              </a:rPr>
              <a:t>•  Универсальность — приложения востребованы в любой профессии и в учебном процессе.</a:t>
            </a:r>
          </a:p>
          <a:p>
            <a:pPr algn="l">
              <a:spcAft>
                <a:spcPts val="1800"/>
              </a:spcAft>
            </a:pPr>
            <a:r>
              <a:rPr sz="2200">
                <a:solidFill>
                  <a:srgbClr val="1F4E79"/>
                </a:solidFill>
                <a:latin typeface="Calibri"/>
              </a:rPr>
              <a:t>•  Экономия времени — автоматизация расчётов, форматирования и оформления документов.</a:t>
            </a:r>
          </a:p>
          <a:p>
            <a:pPr algn="l">
              <a:spcAft>
                <a:spcPts val="1800"/>
              </a:spcAft>
            </a:pPr>
            <a:r>
              <a:rPr sz="2200">
                <a:solidFill>
                  <a:srgbClr val="1F4E79"/>
                </a:solidFill>
                <a:latin typeface="Calibri"/>
              </a:rPr>
              <a:t>•  Профессиональный вид — единый академический стиль документов, презентаций и отчётности.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000">
        <p:blinds/>
      </p:transition>
    </mc:Choice>
    <mc:Fallback>
      <p:transition spd="med" advTm="2000">
        <p:blinds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396</Words>
  <Application>Microsoft Office PowerPoint</Application>
  <PresentationFormat>Широкоэкранный</PresentationFormat>
  <Paragraphs>49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2026-05-17T16:35:12Z</dcterms:modified>
  <cp:category/>
</cp:coreProperties>
</file>