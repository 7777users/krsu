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82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Титульный слайд презентации. Тема выбрана по результатам лабораторных работ в Excel: безработица, среднедушевой доход домашних хозяйств и промышленное производство КР.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Содержание презентации: 8 содержательных разделов плюс титульный и итоговый слайды — всего 10 слайдов.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Цель работы — обобщить статистику КР по трём ключевым направлениям: рынок труда, доходы населения и промышленное производство. Все данные взяты из реальной статистики, использованной в лабораторных работах.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графике видна динамика численности зарегистрированных безработных в КР. Пик пришёлся на 2020 год — последствия пандемии. К 2024 году показатель снизился до 50 854 человек — минимум за весь рассматриваемый период.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Самый высокий уровень регистрируемой безработицы — в Джалал-Абадской и Ошской областях. Их совокупная доля составляет более половины всех безработных республики.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Структура безработицы по полу относительно сбалансирована, доля мужчин незначительно выше — 52 % против 48 % у женщин.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Среднедушевой доход домохозяйств вырос с 2 312 сом в 2014 году до 11 319 сом в 2024 году — почти в пять раз. Это отражает рост номинальных доходов населения, без поправки на инфляцию.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Около 55 % промышленного производства КР обеспечивает текстильная и швейная отрасль. Это ключевой сектор экспорта республики.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Структурная схема показывает взаимосвязь рынка труда, доходов населения и промышленного производства как трёх ключевых блоков экономики Кыргызстана.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Основные выводы по результатам анализа: рынок труда КР восстанавливается, доходы растут номинально, экономика сохраняет узкую отраслевую специализацию. Спасибо за внимание!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" y="1181576"/>
            <a:ext cx="11524182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dirty="0" err="1">
                <a:solidFill>
                  <a:srgbClr val="FFFFFF"/>
                </a:solidFill>
                <a:latin typeface="Calibri"/>
              </a:rPr>
              <a:t>Социально-экономическая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статистика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Кыргызской</a:t>
            </a:r>
            <a:r>
              <a:rPr sz="4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Calibri"/>
              </a:rPr>
              <a:t>Республики</a:t>
            </a:r>
            <a:endParaRPr sz="4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39" y="28803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 err="1">
                <a:solidFill>
                  <a:srgbClr val="FFFFFF"/>
                </a:solidFill>
                <a:latin typeface="Calibri"/>
              </a:rPr>
              <a:t>Анализ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безработицы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доходов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 и </a:t>
            </a:r>
            <a:r>
              <a:rPr sz="2000" b="0" dirty="0" err="1">
                <a:solidFill>
                  <a:srgbClr val="FFFFFF"/>
                </a:solidFill>
                <a:latin typeface="Calibri"/>
              </a:rPr>
              <a:t>производства</a:t>
            </a:r>
            <a:r>
              <a:rPr sz="2000" b="0" dirty="0">
                <a:solidFill>
                  <a:srgbClr val="FFFFFF"/>
                </a:solidFill>
                <a:latin typeface="Calibri"/>
              </a:rPr>
              <a:t>, 2014–2024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Выполнил: Абдиев Ислам · группа ФК-2-25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 err="1">
                <a:solidFill>
                  <a:srgbClr val="FFFFFF"/>
                </a:solidFill>
                <a:latin typeface="Calibri"/>
              </a:rPr>
              <a:t>Бишкек</a:t>
            </a:r>
            <a:r>
              <a:rPr lang="en-US"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202</a:t>
            </a:r>
            <a:r>
              <a:rPr lang="en-US" sz="1600" b="0" dirty="0">
                <a:solidFill>
                  <a:srgbClr val="FFFFFF"/>
                </a:solidFill>
                <a:latin typeface="Calibri"/>
              </a:rPr>
              <a:t>6</a:t>
            </a:r>
            <a:endParaRPr sz="16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Содержание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1. Введение и цель работы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2. Безработица в КР: динамика 2014–2024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3. Безработица по регионам Кыргызстана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4. Гендерная структура безработицы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5. Среднедушевой доход домашних хозяйств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6. Промышленное производство КР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7. Структурная схема экономики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1F4E79"/>
                </a:solidFill>
                <a:latin typeface="Calibri"/>
              </a:rPr>
              <a:t>8. 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7F7F7F"/>
                </a:solidFill>
                <a:latin typeface="Calibri"/>
              </a:rPr>
              <a:t>Социально-экономическая статистика КР · Абдиев Ислам ФК-2-25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Calibri"/>
              </a:rPr>
              <a:t>Цель и информационная база исследования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Цель — обобщить ключевые социально-экономические показатели КР за 2014–2024 гг.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Объект — рынок труда, доходы населения и промышленное производство.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Метод — табличный, графический, сравнительный анализ статистических данных.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Источники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Национальный статистический комитет Кыргызской Республики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Лабораторные работы по MS Excel (ИНФ 6, 7, 8, 9, 10, 11, 12)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•  Открытые данные www.stat.kg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Безработица в КР: динамика 2014–2024</a:t>
            </a:r>
          </a:p>
        </p:txBody>
      </p:sp>
      <p:pic>
        <p:nvPicPr>
          <p:cNvPr id="5" name="Picture 4" descr="t2_unemp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772400" cy="4617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1887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Ключевые факты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737360"/>
            <a:ext cx="3474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2014 — 58 246 чел.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Пик: 2020 — 76 652 чел.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2024 — 50 854 чел.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Снижение пика на 33,6 %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Тренд после 2020 — устойчивое снижение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split/>
      </p:transition>
    </mc:Choice>
    <mc:Fallback xmlns="">
      <p:transition spd="med">
        <p:spli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Безработица по регионам КР</a:t>
            </a:r>
          </a:p>
        </p:txBody>
      </p:sp>
      <p:pic>
        <p:nvPicPr>
          <p:cNvPr id="5" name="Picture 4" descr="t2_unemp_reg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858000" cy="379283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097280"/>
          <a:ext cx="4297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Регион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Среднее, чел.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Доля,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Джалал-Абадская обл.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17 767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27,1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Ошская обл.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15 287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23,3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Баткенская обл.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9 006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13,8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г. Бишкек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5 824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8,9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Чуйская обл.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4 601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Иссык-Кульская обл.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3 967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6,1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Нарынская обл.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3 609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Таласская обл.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2 704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4,1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г. Ош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2 701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over/>
      </p:transition>
    </mc:Choice>
    <mc:Fallback xmlns="">
      <p:transition spd="med">
        <p:cov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Гендерная структура безработицы</a:t>
            </a:r>
          </a:p>
        </p:txBody>
      </p:sp>
      <p:pic>
        <p:nvPicPr>
          <p:cNvPr id="5" name="Picture 4" descr="t2_unemp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772400" cy="46175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1887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Средние значения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737360"/>
            <a:ext cx="3474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Женщины: 31 552 чел.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Мужчины: 33 916 чел.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Доля женщин: 48 %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Доля мужчин: 52 %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Минимум — 2024 г.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4E79"/>
                </a:solidFill>
                <a:latin typeface="Calibri"/>
              </a:rPr>
              <a:t>•  Максимум — 2019–2020 гг.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zoom dir="in"/>
      </p:transition>
    </mc:Choice>
    <mc:Fallback xmlns="">
      <p:transition spd="med">
        <p:zoom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Среднедушевой доход домохозяйств КР</a:t>
            </a:r>
          </a:p>
        </p:txBody>
      </p:sp>
      <p:pic>
        <p:nvPicPr>
          <p:cNvPr id="5" name="Picture 4" descr="t2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7772400" cy="461096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0" y="1280160"/>
          <a:ext cx="3474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Год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Доход, сом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Темп роста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2 312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3 216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+39,1 %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5 625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+74,9 %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7 948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+41,3 %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11 319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+42,4 %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512064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C0504D"/>
                </a:solidFill>
                <a:latin typeface="Calibri"/>
              </a:rPr>
              <a:t>Рост за 10 лет: ×4,9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blinds/>
      </p:transition>
    </mc:Choice>
    <mc:Fallback xmlns="">
      <p:transition spd="med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Промышленное производство КР</a:t>
            </a:r>
          </a:p>
        </p:txBody>
      </p:sp>
      <p:pic>
        <p:nvPicPr>
          <p:cNvPr id="5" name="Picture 4" descr="t2_prod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7772400" cy="53541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Лидеры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6576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Текстильное и швейное — 54,8 %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Прочая промышленность — 12,2 %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Пищевые продукты — 8,8 %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Стройматериалы — 4,9 %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Электрооборудование — 3,3 %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F4E79"/>
                </a:solidFill>
                <a:latin typeface="Calibri"/>
              </a:rPr>
              <a:t>•  Нефтепродукты — 2,5 %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dissolve/>
      </p:transition>
    </mc:Choice>
    <mc:Fallback xmlns="">
      <p:transition spd="med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Структурная схема экономики КР</a:t>
            </a:r>
          </a:p>
        </p:txBody>
      </p:sp>
      <p:pic>
        <p:nvPicPr>
          <p:cNvPr id="5" name="Picture 4" descr="t2_sc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05840"/>
            <a:ext cx="10058400" cy="59952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hecker/>
      </p:transition>
    </mc:Choice>
    <mc:Fallback xmlns="">
      <p:transition spd="med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64592" cy="6080760"/>
          </a:xfrm>
          <a:prstGeom prst="rect">
            <a:avLst/>
          </a:prstGeom>
          <a:solidFill>
            <a:srgbClr val="9BB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972800" cy="5029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1. Уровень регистрируемой безработицы в 2024 году достиг минимума за 11 лет — 50,9 тыс. человек.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2. Региональная диспропорция сохраняется: Джалал-Абадская и Ошская области — более 50 % всех безработных.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3. Доходы домохозяйств за 10 лет выросли почти в 5 раз, что отражает рост номинальной заработной платы.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4. Промышленное производство концентрируется в текстильной отрасли — более половины общего объёма.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1F4E79"/>
                </a:solidFill>
                <a:latin typeface="Calibri"/>
              </a:rPr>
              <a:t>5. Дальнейший анализ требует учёта инфляции и реальных располагаемых доходов.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C0504D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circle/>
      </p:transition>
    </mc:Choice>
    <mc:Fallback xmlns="">
      <p:transition spd="med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728</Words>
  <Application>Microsoft Office PowerPoint</Application>
  <PresentationFormat>Широкоэкранный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2026-05-17T16:36:53Z</dcterms:modified>
  <cp:category/>
</cp:coreProperties>
</file>